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48" y="2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A8BE1-2EFB-4A5F-ABD8-20F218E3B6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7EBDD4-E737-4647-A5B6-C19072A52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8BF40-39DF-470C-8D03-659F20657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35975-351D-45AF-9F81-198AA457BF7C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B0474-6E32-41D1-9B3C-6E8E6E900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C916C-652B-4936-BEDD-E539E0B05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803B-5781-4A1A-B178-575C7A8F1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684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3BB89-3130-4FD6-A762-AA03DCF24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9F56D-EFEE-4C5D-861F-9BEA219B2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34D84-11BB-4572-BAD2-403EE29B5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35975-351D-45AF-9F81-198AA457BF7C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FD6EF-E14D-4A91-B169-1E6D1205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CF7B2-431D-427A-9799-05B7651E8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803B-5781-4A1A-B178-575C7A8F1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58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173A-B4D5-4A2C-83B6-A1DC13FDC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38867-4F5D-49C3-AA3D-D8EB305EF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41CD1-CE0B-407B-B6B3-FFF94A256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35975-351D-45AF-9F81-198AA457BF7C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3A4CB-0B21-42AD-8F02-67DD45170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52E33-6E9D-4B39-B8A2-D9DFBE629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803B-5781-4A1A-B178-575C7A8F1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550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16817-631A-4854-986B-2AB6D631A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488CD-3975-40EC-8073-3059CFFEDC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6B46F-F65D-4597-84BB-4105B176F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F3181-65B3-484A-AB31-C4D42B8FE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35975-351D-45AF-9F81-198AA457BF7C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5E9317-5DB4-411C-A6A7-354F319A8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711E3-B013-4937-9DFE-815721339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803B-5781-4A1A-B178-575C7A8F1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223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248E1-2715-4E1E-9BAA-4D2690356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3AFE8-943F-4BA5-AC4B-ED9AD796C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828339-D55C-4E73-8F95-20190D28C5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139361-CFC5-43F5-A6F1-B0A6D98852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FAA06-850B-48B6-8D0F-1C4E913BC6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3A983C-2BB2-424E-9A48-CA007C7E4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35975-351D-45AF-9F81-198AA457BF7C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E64BDF-9ECD-47D5-83EC-650B5BA4B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DF24E9-2059-489F-9E2E-1E041A49D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803B-5781-4A1A-B178-575C7A8F1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143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1433C-05BD-473D-9509-BB4533D7D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A83564-19D0-40CB-AC4C-A83EA78D1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35975-351D-45AF-9F81-198AA457BF7C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2EE6B3-5D1B-4C5A-9C2E-A223EE944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819360-EF43-4426-B7AC-14A67E840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803B-5781-4A1A-B178-575C7A8F1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996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3DDE6B-28F4-430B-B033-1B1FA50E8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35975-351D-45AF-9F81-198AA457BF7C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1277A3-9D26-4306-8E99-15947073A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9E1ED-4705-4D19-BF79-2508E4A1D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803B-5781-4A1A-B178-575C7A8F1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66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AF3C-4646-4216-A948-61E73E558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95D32-10F0-474B-961A-A5FC96CF5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FA9255-2A69-4348-AD54-E709FB080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57BAB-5CBD-49B4-93EB-2403F82A0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35975-351D-45AF-9F81-198AA457BF7C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70E0D5-6F3E-44C9-8A65-7AD779055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293308-EE0F-46A6-A4F8-DD5CA3A9F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803B-5781-4A1A-B178-575C7A8F1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893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25E1A-AC75-4FA0-BBEB-260CAFBC8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39DCD-1FF1-445E-A5DF-38E05BD0B7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8687EF-5787-432C-A835-8B196A2EC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6BA47-7B2E-410A-9955-AFB912CE5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35975-351D-45AF-9F81-198AA457BF7C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7240B-3D90-4863-8F7E-E03BA93F9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E6FFE-88EF-465B-97F5-7EFDEEFD5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803B-5781-4A1A-B178-575C7A8F1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914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3C67-BFD2-4364-BC8D-D65FBDEC3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9BFED0-1992-4C67-AA28-595DCA6C2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AB7BF-3726-4FF0-8425-96B0344AF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35975-351D-45AF-9F81-198AA457BF7C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B1F57-DB41-4949-BB51-1E44EE682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A3ED2-17F4-4F3B-9ACD-D3CEB7344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803B-5781-4A1A-B178-575C7A8F1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0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C18832-5908-401D-A50A-AC1D732D72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E24F1C-6AA3-44E6-ADC9-A5ED645D2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5E55B-D01E-44F1-A12A-68F7986A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35975-351D-45AF-9F81-198AA457BF7C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CB4AC-6E22-4780-AD82-43834694E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7FB79-ABA6-4DCA-A10A-FF018CEE5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803B-5781-4A1A-B178-575C7A8F1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32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939E8B-3833-47AA-9CC9-0FE2854A5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A6B28-4507-45B8-A666-219AC1A36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E3E5C-F514-42F0-B135-E16E03D49A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35975-351D-45AF-9F81-198AA457BF7C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026CF-4B9E-4157-BA48-A408F91AE5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F4C7B-7535-46F0-AADB-190DD985A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7803B-5781-4A1A-B178-575C7A8F1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457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B3CF23D-9A27-42A3-811F-E824822C8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4843"/>
            <a:ext cx="2609851" cy="1631157"/>
          </a:xfrm>
          <a:prstGeom prst="rect">
            <a:avLst/>
          </a:prstGeom>
        </p:spPr>
      </p:pic>
      <p:pic>
        <p:nvPicPr>
          <p:cNvPr id="7" name="Picture 6" descr="A picture containing shape&#10;&#10;Description automatically generated">
            <a:extLst>
              <a:ext uri="{FF2B5EF4-FFF2-40B4-BE49-F238E27FC236}">
                <a16:creationId xmlns:a16="http://schemas.microsoft.com/office/drawing/2014/main" id="{D293FBD3-EAD6-447A-A490-C6F00624DA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271"/>
          <a:stretch/>
        </p:blipFill>
        <p:spPr>
          <a:xfrm>
            <a:off x="3536155" y="493034"/>
            <a:ext cx="2241423" cy="1921554"/>
          </a:xfrm>
          <a:prstGeom prst="rect">
            <a:avLst/>
          </a:prstGeom>
        </p:spPr>
      </p:pic>
      <p:pic>
        <p:nvPicPr>
          <p:cNvPr id="9" name="Picture 8" descr="A picture containing logo&#10;&#10;Description automatically generated">
            <a:extLst>
              <a:ext uri="{FF2B5EF4-FFF2-40B4-BE49-F238E27FC236}">
                <a16:creationId xmlns:a16="http://schemas.microsoft.com/office/drawing/2014/main" id="{E1CEC042-CB0E-4DB6-86E9-5F24ECF32A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3882" y="654843"/>
            <a:ext cx="1785072" cy="1550194"/>
          </a:xfrm>
          <a:prstGeom prst="rect">
            <a:avLst/>
          </a:prstGeom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0D845356-FC7F-4D75-A81B-A2C5A0A474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677" y="584661"/>
            <a:ext cx="1690558" cy="16905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ECD1DDE-C296-404A-9564-51A491BF66F1}"/>
              </a:ext>
            </a:extLst>
          </p:cNvPr>
          <p:cNvSpPr txBox="1"/>
          <p:nvPr/>
        </p:nvSpPr>
        <p:spPr>
          <a:xfrm>
            <a:off x="1170129" y="2595812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5EA3DF-54ED-4F07-A120-1BCE6163D684}"/>
              </a:ext>
            </a:extLst>
          </p:cNvPr>
          <p:cNvSpPr txBox="1"/>
          <p:nvPr/>
        </p:nvSpPr>
        <p:spPr>
          <a:xfrm>
            <a:off x="4122104" y="2457312"/>
            <a:ext cx="106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Archivos</a:t>
            </a:r>
          </a:p>
          <a:p>
            <a:pPr algn="ctr"/>
            <a:r>
              <a:rPr lang="es-CO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csv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AAEAE3-D5F1-4816-9782-AD53DA33CFBC}"/>
              </a:ext>
            </a:extLst>
          </p:cNvPr>
          <p:cNvSpPr txBox="1"/>
          <p:nvPr/>
        </p:nvSpPr>
        <p:spPr>
          <a:xfrm>
            <a:off x="7132188" y="2457312"/>
            <a:ext cx="928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</a:t>
            </a:r>
            <a:br>
              <a:rPr lang="es-CO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O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Drive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6467D6-E068-4B4B-A362-48C8FE2ECD61}"/>
              </a:ext>
            </a:extLst>
          </p:cNvPr>
          <p:cNvSpPr txBox="1"/>
          <p:nvPr/>
        </p:nvSpPr>
        <p:spPr>
          <a:xfrm>
            <a:off x="9738598" y="2595812"/>
            <a:ext cx="1043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Pentaho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60C8DE6-094C-46FB-855D-259BBE514CB1}"/>
              </a:ext>
            </a:extLst>
          </p:cNvPr>
          <p:cNvCxnSpPr>
            <a:cxnSpLocks/>
          </p:cNvCxnSpPr>
          <p:nvPr/>
        </p:nvCxnSpPr>
        <p:spPr>
          <a:xfrm>
            <a:off x="2182218" y="1453811"/>
            <a:ext cx="1806361" cy="8305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75950EE-BA56-4A4C-89C5-837040221AA8}"/>
              </a:ext>
            </a:extLst>
          </p:cNvPr>
          <p:cNvCxnSpPr>
            <a:cxnSpLocks/>
          </p:cNvCxnSpPr>
          <p:nvPr/>
        </p:nvCxnSpPr>
        <p:spPr>
          <a:xfrm>
            <a:off x="5319040" y="1453812"/>
            <a:ext cx="1524935" cy="16609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4CD8831-E6B0-49E0-9F82-9B0C4DE92512}"/>
              </a:ext>
            </a:extLst>
          </p:cNvPr>
          <p:cNvCxnSpPr>
            <a:cxnSpLocks/>
          </p:cNvCxnSpPr>
          <p:nvPr/>
        </p:nvCxnSpPr>
        <p:spPr>
          <a:xfrm flipV="1">
            <a:off x="8326837" y="1426338"/>
            <a:ext cx="1888638" cy="10864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70CD6B3-78DF-4435-A1B9-0B86C3BDFCDD}"/>
              </a:ext>
            </a:extLst>
          </p:cNvPr>
          <p:cNvSpPr txBox="1"/>
          <p:nvPr/>
        </p:nvSpPr>
        <p:spPr>
          <a:xfrm>
            <a:off x="2403160" y="959333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Extracción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F15249-A577-4B34-9D2B-0A0AA7A5691D}"/>
              </a:ext>
            </a:extLst>
          </p:cNvPr>
          <p:cNvSpPr txBox="1"/>
          <p:nvPr/>
        </p:nvSpPr>
        <p:spPr>
          <a:xfrm>
            <a:off x="5676654" y="959333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Carga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356530-ADB6-4720-8ECA-098B7AAF8F58}"/>
              </a:ext>
            </a:extLst>
          </p:cNvPr>
          <p:cNvSpPr txBox="1"/>
          <p:nvPr/>
        </p:nvSpPr>
        <p:spPr>
          <a:xfrm>
            <a:off x="8105605" y="682334"/>
            <a:ext cx="1915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Transformación</a:t>
            </a:r>
            <a:br>
              <a:rPr lang="es-CO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O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análisis</a:t>
            </a:r>
          </a:p>
        </p:txBody>
      </p:sp>
    </p:spTree>
    <p:extLst>
      <p:ext uri="{BB962C8B-B14F-4D97-AF65-F5344CB8AC3E}">
        <p14:creationId xmlns:p14="http://schemas.microsoft.com/office/powerpoint/2010/main" val="1133828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B3CF23D-9A27-42A3-811F-E824822C8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06" y="2461204"/>
            <a:ext cx="2609851" cy="1631157"/>
          </a:xfrm>
          <a:prstGeom prst="rect">
            <a:avLst/>
          </a:prstGeom>
        </p:spPr>
      </p:pic>
      <p:pic>
        <p:nvPicPr>
          <p:cNvPr id="7" name="Picture 6" descr="A picture containing shape&#10;&#10;Description automatically generated">
            <a:extLst>
              <a:ext uri="{FF2B5EF4-FFF2-40B4-BE49-F238E27FC236}">
                <a16:creationId xmlns:a16="http://schemas.microsoft.com/office/drawing/2014/main" id="{D293FBD3-EAD6-447A-A490-C6F00624DA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271"/>
          <a:stretch/>
        </p:blipFill>
        <p:spPr>
          <a:xfrm>
            <a:off x="3653961" y="2299395"/>
            <a:ext cx="2241423" cy="1921554"/>
          </a:xfrm>
          <a:prstGeom prst="rect">
            <a:avLst/>
          </a:prstGeom>
        </p:spPr>
      </p:pic>
      <p:pic>
        <p:nvPicPr>
          <p:cNvPr id="9" name="Picture 8" descr="A picture containing logo&#10;&#10;Description automatically generated">
            <a:extLst>
              <a:ext uri="{FF2B5EF4-FFF2-40B4-BE49-F238E27FC236}">
                <a16:creationId xmlns:a16="http://schemas.microsoft.com/office/drawing/2014/main" id="{E1CEC042-CB0E-4DB6-86E9-5F24ECF32A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556" y="391182"/>
            <a:ext cx="1785072" cy="1550194"/>
          </a:xfrm>
          <a:prstGeom prst="rect">
            <a:avLst/>
          </a:prstGeom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0D845356-FC7F-4D75-A81B-A2C5A0A474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1442" y="2397283"/>
            <a:ext cx="1690558" cy="16905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ECD1DDE-C296-404A-9564-51A491BF66F1}"/>
              </a:ext>
            </a:extLst>
          </p:cNvPr>
          <p:cNvSpPr txBox="1"/>
          <p:nvPr/>
        </p:nvSpPr>
        <p:spPr>
          <a:xfrm>
            <a:off x="1287935" y="4402173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5EA3DF-54ED-4F07-A120-1BCE6163D684}"/>
              </a:ext>
            </a:extLst>
          </p:cNvPr>
          <p:cNvSpPr txBox="1"/>
          <p:nvPr/>
        </p:nvSpPr>
        <p:spPr>
          <a:xfrm>
            <a:off x="4239910" y="4263673"/>
            <a:ext cx="106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Archivos</a:t>
            </a:r>
          </a:p>
          <a:p>
            <a:pPr algn="ctr"/>
            <a:r>
              <a:rPr lang="es-CO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csv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AAEAE3-D5F1-4816-9782-AD53DA33CFBC}"/>
              </a:ext>
            </a:extLst>
          </p:cNvPr>
          <p:cNvSpPr txBox="1"/>
          <p:nvPr/>
        </p:nvSpPr>
        <p:spPr>
          <a:xfrm>
            <a:off x="7370310" y="6406410"/>
            <a:ext cx="1163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BigQuery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6467D6-E068-4B4B-A362-48C8FE2ECD61}"/>
              </a:ext>
            </a:extLst>
          </p:cNvPr>
          <p:cNvSpPr txBox="1"/>
          <p:nvPr/>
        </p:nvSpPr>
        <p:spPr>
          <a:xfrm>
            <a:off x="9856404" y="4402173"/>
            <a:ext cx="1043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Pentaho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60C8DE6-094C-46FB-855D-259BBE514CB1}"/>
              </a:ext>
            </a:extLst>
          </p:cNvPr>
          <p:cNvCxnSpPr>
            <a:cxnSpLocks/>
          </p:cNvCxnSpPr>
          <p:nvPr/>
        </p:nvCxnSpPr>
        <p:spPr>
          <a:xfrm>
            <a:off x="2300024" y="3260172"/>
            <a:ext cx="1806361" cy="8305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75950EE-BA56-4A4C-89C5-837040221AA8}"/>
              </a:ext>
            </a:extLst>
          </p:cNvPr>
          <p:cNvCxnSpPr>
            <a:cxnSpLocks/>
          </p:cNvCxnSpPr>
          <p:nvPr/>
        </p:nvCxnSpPr>
        <p:spPr>
          <a:xfrm>
            <a:off x="5436846" y="3260173"/>
            <a:ext cx="1524935" cy="16609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4CD8831-E6B0-49E0-9F82-9B0C4DE92512}"/>
              </a:ext>
            </a:extLst>
          </p:cNvPr>
          <p:cNvCxnSpPr>
            <a:cxnSpLocks/>
          </p:cNvCxnSpPr>
          <p:nvPr/>
        </p:nvCxnSpPr>
        <p:spPr>
          <a:xfrm flipV="1">
            <a:off x="8987334" y="3231698"/>
            <a:ext cx="1888638" cy="10864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70CD6B3-78DF-4435-A1B9-0B86C3BDFCDD}"/>
              </a:ext>
            </a:extLst>
          </p:cNvPr>
          <p:cNvSpPr txBox="1"/>
          <p:nvPr/>
        </p:nvSpPr>
        <p:spPr>
          <a:xfrm>
            <a:off x="2520966" y="2765694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Extracción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F15249-A577-4B34-9D2B-0A0AA7A5691D}"/>
              </a:ext>
            </a:extLst>
          </p:cNvPr>
          <p:cNvSpPr txBox="1"/>
          <p:nvPr/>
        </p:nvSpPr>
        <p:spPr>
          <a:xfrm>
            <a:off x="5794460" y="2765694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Carga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356530-ADB6-4720-8ECA-098B7AAF8F58}"/>
              </a:ext>
            </a:extLst>
          </p:cNvPr>
          <p:cNvSpPr txBox="1"/>
          <p:nvPr/>
        </p:nvSpPr>
        <p:spPr>
          <a:xfrm>
            <a:off x="8898417" y="2491325"/>
            <a:ext cx="1915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Transformación</a:t>
            </a:r>
            <a:br>
              <a:rPr lang="es-CO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O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análisis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487324D-1C28-4CFD-B904-DD9FB8243FFE}"/>
              </a:ext>
            </a:extLst>
          </p:cNvPr>
          <p:cNvCxnSpPr>
            <a:cxnSpLocks/>
          </p:cNvCxnSpPr>
          <p:nvPr/>
        </p:nvCxnSpPr>
        <p:spPr>
          <a:xfrm flipH="1">
            <a:off x="8918068" y="391182"/>
            <a:ext cx="58890" cy="6292227"/>
          </a:xfrm>
          <a:prstGeom prst="line">
            <a:avLst/>
          </a:prstGeom>
          <a:ln w="19050">
            <a:solidFill>
              <a:schemeClr val="bg2">
                <a:lumMod val="25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FD4BF8-FD2C-48C9-A672-5DFA4EF5FA44}"/>
              </a:ext>
            </a:extLst>
          </p:cNvPr>
          <p:cNvCxnSpPr>
            <a:cxnSpLocks/>
          </p:cNvCxnSpPr>
          <p:nvPr/>
        </p:nvCxnSpPr>
        <p:spPr>
          <a:xfrm flipH="1">
            <a:off x="6940075" y="391182"/>
            <a:ext cx="46042" cy="6228401"/>
          </a:xfrm>
          <a:prstGeom prst="line">
            <a:avLst/>
          </a:prstGeom>
          <a:ln w="19050">
            <a:solidFill>
              <a:schemeClr val="bg2">
                <a:lumMod val="25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14D4DE27-7782-4FC9-8809-F6BE166F82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43560" y="4644655"/>
            <a:ext cx="1822163" cy="182216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7028A88-452C-4BB8-A8E6-A6FE8794C93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31100" y="2501684"/>
            <a:ext cx="1503219" cy="155019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6FC1E12-A556-43E5-BF6A-E4A952ECB40F}"/>
              </a:ext>
            </a:extLst>
          </p:cNvPr>
          <p:cNvSpPr txBox="1"/>
          <p:nvPr/>
        </p:nvSpPr>
        <p:spPr>
          <a:xfrm>
            <a:off x="7398683" y="2014442"/>
            <a:ext cx="1163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 Drive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D9A895-DD1E-455D-8CEF-7D2AC8741E95}"/>
              </a:ext>
            </a:extLst>
          </p:cNvPr>
          <p:cNvSpPr txBox="1"/>
          <p:nvPr/>
        </p:nvSpPr>
        <p:spPr>
          <a:xfrm>
            <a:off x="7370310" y="4123622"/>
            <a:ext cx="1163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</a:p>
        </p:txBody>
      </p:sp>
    </p:spTree>
    <p:extLst>
      <p:ext uri="{BB962C8B-B14F-4D97-AF65-F5344CB8AC3E}">
        <p14:creationId xmlns:p14="http://schemas.microsoft.com/office/powerpoint/2010/main" val="2041617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27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del Castillo</dc:creator>
  <cp:lastModifiedBy>Daniel del Castillo</cp:lastModifiedBy>
  <cp:revision>4</cp:revision>
  <dcterms:created xsi:type="dcterms:W3CDTF">2020-11-03T00:30:28Z</dcterms:created>
  <dcterms:modified xsi:type="dcterms:W3CDTF">2020-11-03T02:20:52Z</dcterms:modified>
</cp:coreProperties>
</file>